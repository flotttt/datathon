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· JOUR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Concevoir &amp; prototyper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pipeline de 3 agents pour outiller la cellule de crise du CNC — architecture, limites, scalabilité.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4297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49560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A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spécialisés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0" y="4297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931920" y="49560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A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orchestrateur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40880" y="4297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~0,001 $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040880" y="49560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A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analyse de crise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8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l'analyse à la riposte prête à valider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l'analyse aux agents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Jour 1 a compris la crise. Le Jour 2 transforme cette compréhension en outil actionnable pour la cellule com.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03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A VU (J1)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" y="2651760"/>
            <a:ext cx="146304" cy="146304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53288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 d'amplification (85 % de RT)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60120" y="3364992"/>
            <a:ext cx="146304" cy="146304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2461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ton monte avant le volume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60120" y="4078224"/>
            <a:ext cx="146304" cy="146304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9593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Narratifs : copinage / censure / défense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60120" y="4791456"/>
            <a:ext cx="146304" cy="146304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67258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d'orchestration (faux signal)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172200" y="182880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2103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EN FAIT (J2)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0" y="265176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253288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Analyste qui mesure tout ça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92240" y="3364992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32461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Stratège qui décide quoi répondre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92240" y="4078224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39593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Rédacteur qui propose la riposte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92240" y="4791456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467258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tout orchestré en un produit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— un pipeline orchestré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agents spécialisés, chacun une seule tâche. Un orchestrateur (LangGraph) les enchaîne et valide chaque passage.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1A143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ORCHESTRATEUR (LangGraph) — enchaîne, valide les contrats, route selon la décision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E9E4F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3246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data.xlsx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35 396 messages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33472" y="36118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889504" y="301752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80944" y="3246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80944" y="37033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LLM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pics, narratifs, acteurs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82896" y="36118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138928" y="301752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30368" y="3246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STRATÈGE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30368" y="37033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 : répondre ?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quoi, quand, pourquoi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132320" y="36118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388352" y="301752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79792" y="3246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RÉDACTEUR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79792" y="37033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la riposte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valider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381744" y="36118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637776" y="301752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E9E4F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729216" y="3246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RIPOSTE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729216" y="37033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prêts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note de validation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1206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DE9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4400" y="51206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secret : des contrats fixes.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agent sort un JSON au format défini. La sortie de l'un = l'entrée du suivant. C'est ce qui a permis à 3 binômes de coder en parallèle sans se synchroniser.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rôle de chaque agent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 = une tâche, bien faite. Le découpage suit la logique d'une vraie cellule de crise.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74720" cy="4023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03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ANALYSTE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514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3054096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292608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&amp; acteurs : pandas (exact)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3922776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207008" y="37947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Narratifs &amp; ton : LLM sur textes uniques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" y="4791456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207008" y="46634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une photo structurée de la crise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61688" y="1828800"/>
            <a:ext cx="3474720" cy="4023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81728" y="2103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STRATÈGE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81728" y="2514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81728" y="3054096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928616" y="292608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Répondre / temporiser / se taire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81728" y="3922776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928616" y="37947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narratif, quel ton, quand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81728" y="4791456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4928616" y="46634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 + signale si validation humaine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83296" y="1828800"/>
            <a:ext cx="3474720" cy="4023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03336" y="2103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RÉDACTEUR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403336" y="2514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403336" y="3054096"/>
            <a:ext cx="137160" cy="13716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6" name="Text 24"/>
          <p:cNvSpPr/>
          <p:nvPr/>
        </p:nvSpPr>
        <p:spPr>
          <a:xfrm>
            <a:off x="8650224" y="292608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de riposte selon le brief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403336" y="3922776"/>
            <a:ext cx="137160" cy="13716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8" name="Text 26"/>
          <p:cNvSpPr/>
          <p:nvPr/>
        </p:nvSpPr>
        <p:spPr>
          <a:xfrm>
            <a:off x="8650224" y="37947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Adapté au canal (tweet / fil / communiqué)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03336" y="4791456"/>
            <a:ext cx="137160" cy="13716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0" name="Text 28"/>
          <p:cNvSpPr/>
          <p:nvPr/>
        </p:nvSpPr>
        <p:spPr>
          <a:xfrm>
            <a:off x="8650224" y="46634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« à valider par un humain »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— ce qu'on assume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bon outil de crise connaît ses angles morts. Voici les nôtres, et comment on les gère.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21408"/>
            <a:ext cx="164592" cy="1143000"/>
          </a:xfrm>
          <a:prstGeom prst="roundRect">
            <a:avLst>
              <a:gd name="adj" fmla="val 27778"/>
            </a:avLst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103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LLM peut halluciner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48716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narratifs sont générés, pas vérifiés un par un.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80160" y="29992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« à valider par un humain » sur chaque sortie. Jamais de publication auto.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121408"/>
            <a:ext cx="164592" cy="1143000"/>
          </a:xfrm>
          <a:prstGeom prst="roundRect">
            <a:avLst>
              <a:gd name="adj" fmla="val 27778"/>
            </a:avLst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6812280" y="2103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sur un échantillon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12280" y="248716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narratifs viennent de ~60 textes uniques, pas du corpus entier.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12280" y="29992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suffisant pour la tendance ; à étendre pour de l'exhaustif.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087368"/>
            <a:ext cx="164592" cy="1143000"/>
          </a:xfrm>
          <a:prstGeom prst="roundRect">
            <a:avLst>
              <a:gd name="adj" fmla="val 27778"/>
            </a:avLst>
          </a:pr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4069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Typage des acteurs simplifié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45312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distingue certifié / non-certifié, pas média / militant / anonyme.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80160" y="49651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piste d'amélioration claire pour la suite.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087368"/>
            <a:ext cx="164592" cy="1143000"/>
          </a:xfrm>
          <a:prstGeom prst="roundRect">
            <a:avLst>
              <a:gd name="adj" fmla="val 27778"/>
            </a:avLst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4069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État figé, pas temps réel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12280" y="445312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propagation est calculée sur le corpus, pas sur un flux live.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12280" y="49651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adaptable à une fenêtre glissante en production.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Scalabilité — réutilisable et quasi gratuit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critère clé du client : « ça doit marcher sur une autre crise ». Notre réponse, en deux points.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26203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94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RÉUTILISABLE SUR D'AUTRES CAS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" y="2734056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207008" y="2606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= un corpus de tweets, pas « Ultia »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60120" y="3465576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207008" y="3337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génériques : on parle de « crise »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60120" y="4197096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1207008" y="4069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demain c'est Coca : on rebranche le corpus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60120" y="4928616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1207008" y="4800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 adaptation : remapper les colonnes source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72200" y="192024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26203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2194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MAÎTRISÉ (mesuré)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2651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~0,0014 $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686800" y="276148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B9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analyse de crise complète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922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~1,44 $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686800" y="376732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B9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1 000 crises traitées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92240" y="4663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~32 s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686800" y="47731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B9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bout en bout, 3 agents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mesurée, par agent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instrumente le pipeline : temps, tokens et coût de chaque agent. La preuve que c'est léger et traçable.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291840" cy="566928"/>
          </a:xfrm>
          <a:prstGeom prst="rect">
            <a:avLst/>
          </a:prstGeom>
          <a:solidFill>
            <a:srgbClr val="5B21B6"/>
          </a:solidFill>
          <a:ln w="12700">
            <a:solidFill>
              <a:srgbClr val="D8D3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0312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931920" y="2103120"/>
            <a:ext cx="2377440" cy="566928"/>
          </a:xfrm>
          <a:prstGeom prst="rect">
            <a:avLst/>
          </a:prstGeom>
          <a:solidFill>
            <a:srgbClr val="5B21B6"/>
          </a:solidFill>
          <a:ln w="12700">
            <a:solidFill>
              <a:srgbClr val="D8D3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69080" y="21031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2103120"/>
            <a:ext cx="2560320" cy="566928"/>
          </a:xfrm>
          <a:prstGeom prst="rect">
            <a:avLst/>
          </a:prstGeom>
          <a:solidFill>
            <a:srgbClr val="5B21B6"/>
          </a:solidFill>
          <a:ln w="12700">
            <a:solidFill>
              <a:srgbClr val="D8D3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1031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869680" y="2103120"/>
            <a:ext cx="2651760" cy="566928"/>
          </a:xfrm>
          <a:prstGeom prst="rect">
            <a:avLst/>
          </a:prstGeom>
          <a:solidFill>
            <a:srgbClr val="5B21B6"/>
          </a:solidFill>
          <a:ln w="12700">
            <a:solidFill>
              <a:srgbClr val="D8D3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06840" y="21031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670048"/>
            <a:ext cx="3291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7004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931920" y="2670048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69080" y="26700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 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2670048"/>
            <a:ext cx="2560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6700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4 160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869680" y="2670048"/>
            <a:ext cx="2651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06840" y="26700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0,00067 $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3236976"/>
            <a:ext cx="3291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23697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Stratège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931920" y="3236976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69080" y="323697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 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3236976"/>
            <a:ext cx="2560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323697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1 643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869680" y="3236976"/>
            <a:ext cx="2651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06840" y="323697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0,00033 $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3803904"/>
            <a:ext cx="3291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380390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Rédacteur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931920" y="3803904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69080" y="380390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13,7 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09360" y="3803904"/>
            <a:ext cx="2560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380390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1 795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869680" y="3803904"/>
            <a:ext cx="2651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06840" y="380390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0,00043 $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0080" y="4370832"/>
            <a:ext cx="3291840" cy="566928"/>
          </a:xfrm>
          <a:prstGeom prst="rect">
            <a:avLst/>
          </a:prstGeom>
          <a:solidFill>
            <a:srgbClr val="EDE9FB"/>
          </a:solidFill>
          <a:ln w="12700">
            <a:solidFill>
              <a:srgbClr val="D8D3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437083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931920" y="4370832"/>
            <a:ext cx="2377440" cy="566928"/>
          </a:xfrm>
          <a:prstGeom prst="rect">
            <a:avLst/>
          </a:prstGeom>
          <a:solidFill>
            <a:srgbClr val="EDE9FB"/>
          </a:solidFill>
          <a:ln w="12700">
            <a:solidFill>
              <a:srgbClr val="D8D3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69080" y="437083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31,8 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309360" y="4370832"/>
            <a:ext cx="2560320" cy="566928"/>
          </a:xfrm>
          <a:prstGeom prst="rect">
            <a:avLst/>
          </a:prstGeom>
          <a:solidFill>
            <a:srgbClr val="EDE9FB"/>
          </a:solidFill>
          <a:ln w="12700">
            <a:solidFill>
              <a:srgbClr val="D8D3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46520" y="43708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7 598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869680" y="4370832"/>
            <a:ext cx="2651760" cy="566928"/>
          </a:xfrm>
          <a:prstGeom prst="rect">
            <a:avLst/>
          </a:prstGeom>
          <a:solidFill>
            <a:srgbClr val="EDE9FB"/>
          </a:solidFill>
          <a:ln w="12700">
            <a:solidFill>
              <a:srgbClr val="D8D3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06840" y="437083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0,00143 $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Mesuré sur l'affaire Ultia × CNC (modèle DeepSeek). Le coût reste négligeable même à grande échelle.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tourne déjà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complet est opérationnel de bout en bout. Démo live sur le corpus.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03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DE SORTIE — affaire Ultia × CNC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05840" y="2606040"/>
            <a:ext cx="457200" cy="457200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2560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Analyste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06240" y="256032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traîne » · narratif dominant : favoritisme/copinage · ton neutre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05840" y="3474720"/>
            <a:ext cx="457200" cy="457200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Stratège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06240" y="34290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Répondre : OUI · posture factuelle · « éviter que le récit ne s'ancre »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05840" y="4343400"/>
            <a:ext cx="457200" cy="457200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45920" y="4297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B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Rédacteur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06240" y="42976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messages institutionnels, factuels, à valider par un humain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60120" y="5257800"/>
            <a:ext cx="10241280" cy="411480"/>
          </a:xfrm>
          <a:prstGeom prst="roundRect">
            <a:avLst>
              <a:gd name="adj" fmla="val 17778"/>
            </a:avLst>
          </a:prstGeom>
          <a:solidFill>
            <a:srgbClr val="EDE9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88720" y="52578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11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décide de répondre, cible le bon narratif, et produit une riposte — sans jamais publier seul.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Datathon J2 — Architecture, limites, scalabilité</dc:title>
  <dc:subject>PptxGenJS Presentation</dc:subject>
  <dc:creator>Équipe Datathon</dc:creator>
  <cp:lastModifiedBy>Équipe Datathon</cp:lastModifiedBy>
  <cp:revision>1</cp:revision>
  <dcterms:created xsi:type="dcterms:W3CDTF">2026-06-25T07:14:45Z</dcterms:created>
  <dcterms:modified xsi:type="dcterms:W3CDTF">2026-06-25T07:14:45Z</dcterms:modified>
</cp:coreProperties>
</file>